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1 — parens stripped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What is the dose (one per day) for adults?</a:t>
            </a:r>
          </a:p>
          <a:p>
            <a:r>
              <a:rPr lang="en-US" sz="2000"/>
              <a:t>A. 10 mg</a:t>
            </a:r>
          </a:p>
          <a:p>
            <a:r>
              <a:rPr lang="en-US" sz="2000"/>
              <a:t>B. 20 mg</a:t>
            </a:r>
          </a:p>
          <a:p>
            <a:r>
              <a:rPr lang="en-US" sz="2000"/>
              <a:t>C. 30 mg</a:t>
            </a:r>
          </a:p>
          <a:p>
            <a:r>
              <a:rPr lang="en-US" sz="2000"/>
              <a:t>D. 40 mg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2 — superscript flattened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What is the LOD concentration in mg/m</a:t>
            </a:r>
            <a:r>
              <a:rPr lang="en-US" sz="2000" baseline="30000"/>
              <a:t>3</a:t>
            </a:r>
            <a:r>
              <a:rPr lang="en-US" sz="2000"/>
              <a:t>?</a:t>
            </a:r>
          </a:p>
          <a:p>
            <a:r>
              <a:rPr lang="en-US" sz="2000"/>
              <a:t>A. 6.9 mg/m</a:t>
            </a:r>
            <a:r>
              <a:rPr lang="en-US" sz="2000" baseline="30000"/>
              <a:t>3</a:t>
            </a:r>
          </a:p>
          <a:p>
            <a:r>
              <a:rPr lang="en-US" sz="2000"/>
              <a:t>B. 7.5 mg/m</a:t>
            </a:r>
            <a:r>
              <a:rPr lang="en-US" sz="2000" baseline="30000"/>
              <a:t>3</a:t>
            </a:r>
          </a:p>
          <a:p>
            <a:r>
              <a:rPr lang="en-US" sz="2000"/>
              <a:t>C. 10.1 mg/m</a:t>
            </a:r>
            <a:r>
              <a:rPr lang="en-US" sz="2000" baseline="30000"/>
              <a:t>3</a:t>
            </a:r>
          </a:p>
          <a:p>
            <a:r>
              <a:rPr lang="en-US" sz="2000"/>
              <a:t>D. 24.3 mg/m</a:t>
            </a:r>
            <a:r>
              <a:rPr lang="en-US" sz="2000" baseline="30000"/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3 — title prepended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lang="en-US" sz="1800"/>
              <a:t>What is the asbestos concentration?</a:t>
            </a:r>
          </a:p>
          <a:p/>
          <a:p>
            <a:r>
              <a:rPr lang="en-US" sz="1800"/>
              <a:t>A. 0.16 f/cm</a:t>
            </a:r>
            <a:r>
              <a:rPr lang="en-US" sz="1800" baseline="30000"/>
              <a:t>3</a:t>
            </a:r>
          </a:p>
          <a:p>
            <a:r>
              <a:rPr lang="en-US" sz="1800"/>
              <a:t>B. 0.20 f/cm</a:t>
            </a:r>
            <a:r>
              <a:rPr lang="en-US" sz="1800" baseline="30000"/>
              <a:t>3</a:t>
            </a:r>
          </a:p>
          <a:p>
            <a:r>
              <a:rPr lang="en-US" sz="1800"/>
              <a:t>C. 0.24 f/cm</a:t>
            </a:r>
            <a:r>
              <a:rPr lang="en-US" sz="1800" baseline="30000"/>
              <a:t>3</a:t>
            </a:r>
          </a:p>
          <a:p>
            <a:r>
              <a:rPr lang="en-US" sz="1800"/>
              <a:t>D. 0.28 f/cm</a:t>
            </a:r>
            <a:r>
              <a:rPr lang="en-US" sz="1800" baseline="30000"/>
              <a:t>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42062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1 + 2 combined — typed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How long (in min) for a 2 mg/m</a:t>
            </a:r>
            <a:r>
              <a:rPr lang="en-US" sz="2000" baseline="30000"/>
              <a:t>3</a:t>
            </a:r>
            <a:r>
              <a:rPr lang="en-US" sz="2000"/>
              <a:t> sample?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